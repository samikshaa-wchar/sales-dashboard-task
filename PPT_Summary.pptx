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Dashboard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Internship Task Submission</a:t>
            </a:r>
          </a:p>
          <a:p>
            <a:r>
              <a:t>Samiksha Awchar</a:t>
            </a:r>
          </a:p>
          <a:p>
            <a:r>
              <a:t>Power BI Dashboard Project</a:t>
            </a:r>
          </a:p>
          <a:p>
            <a: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</a:t>
            </a:r>
          </a:p>
          <a:p>
            <a:r>
              <a:t>Create an interactive dashboard for business stakeholders.</a:t>
            </a:r>
          </a:p>
          <a:p/>
          <a:p>
            <a:r>
              <a:t>KPIs Included:</a:t>
            </a:r>
          </a:p>
          <a:p>
            <a:r>
              <a:t>• Total Sales</a:t>
            </a:r>
          </a:p>
          <a:p>
            <a:r>
              <a:t>• Total Profit</a:t>
            </a:r>
          </a:p>
          <a:p>
            <a:r>
              <a:t>• Total Orders</a:t>
            </a:r>
          </a:p>
          <a:p>
            <a:r>
              <a:t>• Total Customers</a:t>
            </a:r>
          </a:p>
          <a:p/>
          <a:p>
            <a:r>
              <a:t>Features:</a:t>
            </a:r>
          </a:p>
          <a:p>
            <a:r>
              <a:t>• KPI Cards</a:t>
            </a:r>
          </a:p>
          <a:p>
            <a:r>
              <a:t>• Slicers &amp; Filters</a:t>
            </a:r>
          </a:p>
          <a:p>
            <a:r>
              <a:t>• Time-Series Analysis</a:t>
            </a:r>
          </a:p>
          <a:p>
            <a:r>
              <a:t>• Category &amp; Region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Sales showed positive growth over time.</a:t>
            </a:r>
          </a:p>
          <a:p>
            <a:r>
              <a:t>• Technology category generated the highest sales.</a:t>
            </a:r>
          </a:p>
          <a:p>
            <a:r>
              <a:t>• West region contributed the highest revenue.</a:t>
            </a:r>
          </a:p>
          <a:p>
            <a:r>
              <a:t>• Customer base continued to grow.</a:t>
            </a:r>
          </a:p>
          <a:p>
            <a:r>
              <a:t>• Dashboard enables faster business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</a:t>
            </a:r>
          </a:p>
          <a:p>
            <a:r>
              <a:t>The dashboard provides a clear view of business performance.</a:t>
            </a:r>
          </a:p>
          <a:p/>
          <a:p>
            <a:r>
              <a:t>Recommendations:</a:t>
            </a:r>
          </a:p>
          <a:p>
            <a:r>
              <a:t>• Focus on profitable categories.</a:t>
            </a:r>
          </a:p>
          <a:p>
            <a:r>
              <a:t>• Expand in high-performing regions.</a:t>
            </a:r>
          </a:p>
          <a:p>
            <a:r>
              <a:t>• Monitor KPIs regularly.</a:t>
            </a:r>
          </a:p>
          <a:p>
            <a:r>
              <a:t>• Use interactive filters for deeper analysis.</a:t>
            </a:r>
          </a:p>
          <a:p/>
          <a:p>
            <a:r>
              <a:t>Outcome: Successfully created a business dashboard in Power BI.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